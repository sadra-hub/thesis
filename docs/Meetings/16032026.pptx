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14"/>
  </p:notesMasterIdLst>
  <p:sldIdLst>
    <p:sldId id="268" r:id="rId11"/>
    <p:sldId id="291" r:id="rId12"/>
    <p:sldId id="270" r:id="rId13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603" autoAdjust="0"/>
    <p:restoredTop sz="96433" autoAdjust="0"/>
  </p:normalViewPr>
  <p:slideViewPr>
    <p:cSldViewPr snapToGrid="0" showGuides="1">
      <p:cViewPr varScale="1">
        <p:scale>
          <a:sx n="127" d="100"/>
          <a:sy n="127" d="100"/>
        </p:scale>
        <p:origin x="184" y="336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16 March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7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DA17-2BBE-D3F0-7001-5D69123B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518711"/>
            <a:ext cx="3415754" cy="539038"/>
          </a:xfrm>
        </p:spPr>
        <p:txBody>
          <a:bodyPr/>
          <a:lstStyle/>
          <a:p>
            <a:r>
              <a:rPr lang="en-US" sz="2400" dirty="0"/>
              <a:t>Understanding SysML V2</a:t>
            </a:r>
            <a:br>
              <a:rPr lang="en-US" dirty="0"/>
            </a:br>
            <a:r>
              <a:rPr lang="en-US" sz="2000" dirty="0"/>
              <a:t>Language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26640-C958-01CF-D10C-2230CD5B9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495703"/>
            <a:ext cx="4338071" cy="2604023"/>
          </a:xfrm>
        </p:spPr>
        <p:txBody>
          <a:bodyPr/>
          <a:lstStyle/>
          <a:p>
            <a:r>
              <a:rPr lang="en-US" dirty="0"/>
              <a:t>Main References: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Almeida, J. P. A., Ferreira Pires, L., Guizzardi, G., &amp; Wagner, G. (2024). </a:t>
            </a:r>
            <a:r>
              <a:rPr lang="en-US" sz="1400" b="1" dirty="0"/>
              <a:t>An analysis of the semantic foundation of KerML and SysML v2.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Bajaj, M., Friedenthal, S., &amp; </a:t>
            </a:r>
            <a:r>
              <a:rPr lang="en-US" sz="1400" dirty="0" err="1"/>
              <a:t>Seidewitz</a:t>
            </a:r>
            <a:r>
              <a:rPr lang="en-US" sz="1400" dirty="0"/>
              <a:t>, E. (2022). </a:t>
            </a:r>
            <a:r>
              <a:rPr lang="en-US" sz="1400" b="1" dirty="0"/>
              <a:t>Systems Modeling Language (SysML v2) support for digital engineering.</a:t>
            </a:r>
            <a:r>
              <a:rPr lang="en-US" sz="1400" dirty="0"/>
              <a:t> </a:t>
            </a:r>
            <a:r>
              <a:rPr lang="en-US" sz="1400" i="1" dirty="0"/>
              <a:t>INCOSE Systems Engineering</a:t>
            </a:r>
            <a:r>
              <a:rPr lang="en-US" sz="1400" dirty="0"/>
              <a:t>, 25(1).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Object Management Group. (2024). </a:t>
            </a:r>
            <a:r>
              <a:rPr lang="en-US" sz="1400" b="1" dirty="0"/>
              <a:t>Systems Modeling Language (SysML®) v2 Specification.</a:t>
            </a:r>
            <a:r>
              <a:rPr lang="en-US" sz="1400" dirty="0"/>
              <a:t> Object Management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7D372-0D21-C243-7039-369682334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846" y="0"/>
            <a:ext cx="35931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7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7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8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Props1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63B716-1B3F-4EF4-A645-2849D6A2A1C7}">
  <ds:schemaRefs/>
</ds:datastoreItem>
</file>

<file path=customXml/itemProps3.xml><?xml version="1.0" encoding="utf-8"?>
<ds:datastoreItem xmlns:ds="http://schemas.openxmlformats.org/officeDocument/2006/customXml" ds:itemID="{3CEDE958-A289-4F43-AB16-8D80F6812CD1}">
  <ds:schemaRefs/>
</ds:datastoreItem>
</file>

<file path=customXml/itemProps4.xml><?xml version="1.0" encoding="utf-8"?>
<ds:datastoreItem xmlns:ds="http://schemas.openxmlformats.org/officeDocument/2006/customXml" ds:itemID="{1E4E5DBF-1B01-4344-9330-851E2AF998FF}">
  <ds:schemaRefs/>
</ds:datastoreItem>
</file>

<file path=customXml/itemProps5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9095741A-CCDF-4B58-ADBB-E7CDCD30ED42}">
  <ds:schemaRefs/>
</ds:datastoreItem>
</file>

<file path=customXml/itemProps7.xml><?xml version="1.0" encoding="utf-8"?>
<ds:datastoreItem xmlns:ds="http://schemas.openxmlformats.org/officeDocument/2006/customXml" ds:itemID="{400AE978-C982-4764-8B5A-A9725C7AA005}">
  <ds:schemaRefs/>
</ds:datastoreItem>
</file>

<file path=customXml/itemProps8.xml><?xml version="1.0" encoding="utf-8"?>
<ds:datastoreItem xmlns:ds="http://schemas.openxmlformats.org/officeDocument/2006/customXml" ds:itemID="{FB08C246-4216-47B9-B943-2D4F1A392C3F}">
  <ds:schemaRefs/>
</ds:datastoreItem>
</file>

<file path=customXml/itemProps9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18702</TotalTime>
  <Words>101</Words>
  <Application>Microsoft Macintosh PowerPoint</Application>
  <PresentationFormat>On-screen Show (16:9)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Kantoorthema</vt:lpstr>
      <vt:lpstr>PowerPoint Presentation</vt:lpstr>
      <vt:lpstr>Understanding SysML V2 Language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29</cp:revision>
  <dcterms:created xsi:type="dcterms:W3CDTF">2025-12-18T10:00:57Z</dcterms:created>
  <dcterms:modified xsi:type="dcterms:W3CDTF">2026-03-17T21:43:52Z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