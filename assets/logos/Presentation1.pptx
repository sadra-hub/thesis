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620"/>
  </p:normalViewPr>
  <p:slideViewPr>
    <p:cSldViewPr snapToGrid="0" showGuides="1">
      <p:cViewPr varScale="1">
        <p:scale>
          <a:sx n="85" d="100"/>
          <a:sy n="85" d="100"/>
        </p:scale>
        <p:origin x="192" y="46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466620-49CB-A5DF-3BFC-C528029396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735FD8-FFEF-503D-0919-6E0FD406A4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751C65-3283-8057-3391-55453F5BF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CE0BE-0C2C-6942-9290-F6B8E3259C6F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01FF87-AB24-7473-BDD1-4C366EE97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DA8928-190E-9B5C-E357-C251E8BB3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09B44E-A1CE-B041-A0B8-A94A5E18F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3859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EE1DB-3701-C164-9110-6A75BD298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6C4182-55C3-071A-5B52-3652BC7948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FEBB90-0BDC-C90A-7FC1-81324AC884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CE0BE-0C2C-6942-9290-F6B8E3259C6F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5B6ADF-E4EB-22A6-42BF-D9BCD537FD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F5E4A4-FF7E-BB27-FCC8-715BBBCEE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09B44E-A1CE-B041-A0B8-A94A5E18F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2784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EF6C6D-B5E2-6DF5-6495-680335FC41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AAE1AF-D88E-40E8-6E14-FD41410760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EA1538-6F63-BA04-DFE3-C3C84A5E2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CE0BE-0C2C-6942-9290-F6B8E3259C6F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F6EBB9-6511-7C1D-42AC-62D8EB014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4E1C3A-44CC-FFE1-B4CB-F39E67BFC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09B44E-A1CE-B041-A0B8-A94A5E18F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5044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3A3252-8F42-BE44-DE19-54A8AE47CE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219E24-D551-033F-044F-3C3CAFD7CA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BC2040-EDAA-224E-EAE9-C35AD97EE2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C21DA3-3D93-5789-069F-64B306BD2E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CE0BE-0C2C-6942-9290-F6B8E3259C6F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75FAF5-7339-0587-BF27-A1426818A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BDF1A9-BDF0-A828-4605-7C72FAF04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09B44E-A1CE-B041-A0B8-A94A5E18F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4689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D1DC01-D3BF-F342-826A-25345EBC26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16A552-AF48-9198-0B87-4946ABED44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D971F3-38F1-71BD-9D50-8086F809C9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1F9E205-A551-941B-273D-4672C451A9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ECCFA8-F546-957B-D399-8CAA74DDEC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CFDCDA-2864-63BA-C3BD-B22A832892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CE0BE-0C2C-6942-9290-F6B8E3259C6F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B9E0DDD-377F-FC0C-1CAF-393B6E220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D92AFD5-2E78-F67F-2249-F4E09E75E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09B44E-A1CE-B041-A0B8-A94A5E18F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5571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E13AEC-9EE6-0839-D61D-A6E54569D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FCABAD-B634-B686-0959-6AA3DE6CC0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CE0BE-0C2C-6942-9290-F6B8E3259C6F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DF7F2D-3958-2DEF-07CB-FCCA25EF4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E653FF-B85B-104E-74BB-59F5891DF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09B44E-A1CE-B041-A0B8-A94A5E18F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0432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6AECEB0-8BC9-6C95-61DC-CD0782053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CE0BE-0C2C-6942-9290-F6B8E3259C6F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B26C346-99E1-A2D1-4E09-9948BB083B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114BB2-2B6C-99B2-352F-1C1EBF872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09B44E-A1CE-B041-A0B8-A94A5E18F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4682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B5608E-3B7D-56DC-31D6-D44B4397FD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29B359-DC3A-5C1C-4DCC-D23532CDCB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EB1AF9-46E4-C28A-4574-735D836BF2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18775D-B865-9D67-FE64-C1EFB31D9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CE0BE-0C2C-6942-9290-F6B8E3259C6F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2A85F9-E4CE-1F19-CCF8-24FBFCDD5A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70C2EE-8256-0A1A-654C-FF059D2FF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09B44E-A1CE-B041-A0B8-A94A5E18F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320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C7763-DC11-7D2A-2654-2BA55D03A1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BA84C5-1B73-8791-60FE-D4A5A3476D7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F570E0-91C4-646A-68FC-8347C47235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E44B89-DF3D-ED1D-2976-D9774A464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CE0BE-0C2C-6942-9290-F6B8E3259C6F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6B3927-7264-AEF6-03E7-7D5DA5B53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C5DC98-39B6-0570-C043-2F08AFF12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09B44E-A1CE-B041-A0B8-A94A5E18F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33024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FFC649-4151-5F77-3D4A-963BEC9F26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9B70B7-ABC2-F714-4676-467CC2F6ED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B47B67-659F-BE4E-7A0F-DB1C53B21C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CE0BE-0C2C-6942-9290-F6B8E3259C6F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652018-2C5C-A129-4ED0-9E687831EE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DB5960-B1C9-DC58-6FBD-E0A0BC4FD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09B44E-A1CE-B041-A0B8-A94A5E18F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99908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F70BA8D-07BC-B23D-1340-570CFA6E13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A6C5C6-A877-E6DD-D473-163C9A5323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D0314B-171E-B660-8D12-ED941E144C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2CE0BE-0C2C-6942-9290-F6B8E3259C6F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6A2555-870B-27F5-D310-ED308F73C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785C46-3EC0-0C2D-C452-20E14ACD6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09B44E-A1CE-B041-A0B8-A94A5E18F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2649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B46B9F-9599-19AF-B41A-48F35D66C7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24C133-5080-61A4-D2E4-E45CED90C9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EB4DD-0533-01C0-6CD7-A0A4FBD09C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2CE0BE-0C2C-6942-9290-F6B8E3259C6F}" type="datetimeFigureOut">
              <a:rPr lang="en-US" smtClean="0"/>
              <a:t>10/27/25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A7C7D4-59DB-70DA-E3AD-9275633225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75076E-401E-B896-17BA-E77126D7C5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09B44E-A1CE-B041-A0B8-A94A5E18F8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1996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ue globe with white lines and black text&#10;&#10;AI-generated content may be incorrect.">
            <a:extLst>
              <a:ext uri="{FF2B5EF4-FFF2-40B4-BE49-F238E27FC236}">
                <a16:creationId xmlns:a16="http://schemas.microsoft.com/office/drawing/2014/main" id="{F473495F-4242-854B-46B8-B581894503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1564" y="1715047"/>
            <a:ext cx="1291236" cy="867711"/>
          </a:xfrm>
          <a:prstGeom prst="rect">
            <a:avLst/>
          </a:prstGeom>
        </p:spPr>
      </p:pic>
      <p:pic>
        <p:nvPicPr>
          <p:cNvPr id="8" name="Picture 7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EB1F73A0-4C06-335F-C937-556B8887E6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9577" y="1715047"/>
            <a:ext cx="1896409" cy="948205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5F43EF02-92BE-D4C3-9F8B-C58ADB3E9C2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334299" y="1715047"/>
            <a:ext cx="2679700" cy="1028700"/>
          </a:xfrm>
          <a:prstGeom prst="rect">
            <a:avLst/>
          </a:prstGeom>
        </p:spPr>
      </p:pic>
      <p:pic>
        <p:nvPicPr>
          <p:cNvPr id="1030" name="Picture 6" descr="Tom Sawyer Software">
            <a:extLst>
              <a:ext uri="{FF2B5EF4-FFF2-40B4-BE49-F238E27FC236}">
                <a16:creationId xmlns:a16="http://schemas.microsoft.com/office/drawing/2014/main" id="{F4C9135E-6ACE-2FC2-3FC5-80909081CF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58378" y="1731116"/>
            <a:ext cx="2909777" cy="8516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ysIDE Pro by Sensmetry brings software engineering rigor to systems engineering with full suport for SysML v2.">
            <a:extLst>
              <a:ext uri="{FF2B5EF4-FFF2-40B4-BE49-F238E27FC236}">
                <a16:creationId xmlns:a16="http://schemas.microsoft.com/office/drawing/2014/main" id="{34F48B46-DAC7-6116-C1E6-B7A22D9C1D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311262" y="1627631"/>
            <a:ext cx="4259983" cy="11161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904378AD-8A72-F151-00B1-F8B85CD6A58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334299" y="1731116"/>
            <a:ext cx="2679700" cy="1028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64153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1572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Moosavi Lar, Sadra</dc:creator>
  <cp:lastModifiedBy>Moosavi Lar, Sadra</cp:lastModifiedBy>
  <cp:revision>1</cp:revision>
  <dcterms:created xsi:type="dcterms:W3CDTF">2025-10-27T00:16:37Z</dcterms:created>
  <dcterms:modified xsi:type="dcterms:W3CDTF">2025-10-28T02:29:05Z</dcterms:modified>
</cp:coreProperties>
</file>